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1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NG Xueyuan" userId="2b0d7b0725236551" providerId="LiveId" clId="{1547FC76-F516-4170-A335-E3659915C33E}"/>
    <pc:docChg chg="undo redo custSel addSld modSld">
      <pc:chgData name="GONG Xueyuan" userId="2b0d7b0725236551" providerId="LiveId" clId="{1547FC76-F516-4170-A335-E3659915C33E}" dt="2021-11-27T16:39:31.228" v="198" actId="1076"/>
      <pc:docMkLst>
        <pc:docMk/>
      </pc:docMkLst>
      <pc:sldChg chg="addSp delSp modSp new mod">
        <pc:chgData name="GONG Xueyuan" userId="2b0d7b0725236551" providerId="LiveId" clId="{1547FC76-F516-4170-A335-E3659915C33E}" dt="2021-11-27T16:39:31.228" v="198" actId="1076"/>
        <pc:sldMkLst>
          <pc:docMk/>
          <pc:sldMk cId="2702768320" sldId="256"/>
        </pc:sldMkLst>
        <pc:spChg chg="del">
          <ac:chgData name="GONG Xueyuan" userId="2b0d7b0725236551" providerId="LiveId" clId="{1547FC76-F516-4170-A335-E3659915C33E}" dt="2021-11-27T15:04:32.054" v="1" actId="478"/>
          <ac:spMkLst>
            <pc:docMk/>
            <pc:sldMk cId="2702768320" sldId="256"/>
            <ac:spMk id="2" creationId="{9F2ECF68-7814-4D3E-A77E-7C0F3C476216}"/>
          </ac:spMkLst>
        </pc:spChg>
        <pc:spChg chg="del">
          <ac:chgData name="GONG Xueyuan" userId="2b0d7b0725236551" providerId="LiveId" clId="{1547FC76-F516-4170-A335-E3659915C33E}" dt="2021-11-27T15:04:32.615" v="2" actId="478"/>
          <ac:spMkLst>
            <pc:docMk/>
            <pc:sldMk cId="2702768320" sldId="256"/>
            <ac:spMk id="3" creationId="{246C6891-EFDF-4C62-80B0-7D657B452127}"/>
          </ac:spMkLst>
        </pc:spChg>
        <pc:spChg chg="add del mod">
          <ac:chgData name="GONG Xueyuan" userId="2b0d7b0725236551" providerId="LiveId" clId="{1547FC76-F516-4170-A335-E3659915C33E}" dt="2021-11-27T15:07:31.602" v="6" actId="478"/>
          <ac:spMkLst>
            <pc:docMk/>
            <pc:sldMk cId="2702768320" sldId="256"/>
            <ac:spMk id="4" creationId="{FA80C3F3-2501-4205-92D8-D5DD8EC8E499}"/>
          </ac:spMkLst>
        </pc:spChg>
        <pc:spChg chg="add del">
          <ac:chgData name="GONG Xueyuan" userId="2b0d7b0725236551" providerId="LiveId" clId="{1547FC76-F516-4170-A335-E3659915C33E}" dt="2021-11-27T15:35:33.845" v="73" actId="22"/>
          <ac:spMkLst>
            <pc:docMk/>
            <pc:sldMk cId="2702768320" sldId="256"/>
            <ac:spMk id="24" creationId="{A43B5F0E-EC21-44A6-BE6B-2DA0D72EC15D}"/>
          </ac:spMkLst>
        </pc:spChg>
        <pc:spChg chg="add mod">
          <ac:chgData name="GONG Xueyuan" userId="2b0d7b0725236551" providerId="LiveId" clId="{1547FC76-F516-4170-A335-E3659915C33E}" dt="2021-11-27T16:00:31.610" v="147" actId="1076"/>
          <ac:spMkLst>
            <pc:docMk/>
            <pc:sldMk cId="2702768320" sldId="256"/>
            <ac:spMk id="37" creationId="{B36CEB67-6905-4241-AC96-31352FA9001F}"/>
          </ac:spMkLst>
        </pc:spChg>
        <pc:spChg chg="add mod">
          <ac:chgData name="GONG Xueyuan" userId="2b0d7b0725236551" providerId="LiveId" clId="{1547FC76-F516-4170-A335-E3659915C33E}" dt="2021-11-27T16:02:23.775" v="168" actId="1076"/>
          <ac:spMkLst>
            <pc:docMk/>
            <pc:sldMk cId="2702768320" sldId="256"/>
            <ac:spMk id="63" creationId="{994BBEE1-81DC-4DAA-B431-60AD911DB77F}"/>
          </ac:spMkLst>
        </pc:spChg>
        <pc:spChg chg="add mod">
          <ac:chgData name="GONG Xueyuan" userId="2b0d7b0725236551" providerId="LiveId" clId="{1547FC76-F516-4170-A335-E3659915C33E}" dt="2021-11-27T16:39:16.540" v="195" actId="1076"/>
          <ac:spMkLst>
            <pc:docMk/>
            <pc:sldMk cId="2702768320" sldId="256"/>
            <ac:spMk id="66" creationId="{7BA439CA-5255-4340-8216-9836CA1E0F81}"/>
          </ac:spMkLst>
        </pc:spChg>
        <pc:spChg chg="add del mod">
          <ac:chgData name="GONG Xueyuan" userId="2b0d7b0725236551" providerId="LiveId" clId="{1547FC76-F516-4170-A335-E3659915C33E}" dt="2021-11-27T16:39:18.621" v="196" actId="478"/>
          <ac:spMkLst>
            <pc:docMk/>
            <pc:sldMk cId="2702768320" sldId="256"/>
            <ac:spMk id="67" creationId="{AF56786B-99B8-4B7D-B692-A4B3378536D6}"/>
          </ac:spMkLst>
        </pc:spChg>
        <pc:spChg chg="add mod">
          <ac:chgData name="GONG Xueyuan" userId="2b0d7b0725236551" providerId="LiveId" clId="{1547FC76-F516-4170-A335-E3659915C33E}" dt="2021-11-27T16:39:31.228" v="198" actId="1076"/>
          <ac:spMkLst>
            <pc:docMk/>
            <pc:sldMk cId="2702768320" sldId="256"/>
            <ac:spMk id="68" creationId="{AC582AD9-DE6B-4607-97C1-73C4CE8FD726}"/>
          </ac:spMkLst>
        </pc:spChg>
        <pc:graphicFrameChg chg="add del mod">
          <ac:chgData name="GONG Xueyuan" userId="2b0d7b0725236551" providerId="LiveId" clId="{1547FC76-F516-4170-A335-E3659915C33E}" dt="2021-11-27T15:08:30.076" v="12" actId="478"/>
          <ac:graphicFrameMkLst>
            <pc:docMk/>
            <pc:sldMk cId="2702768320" sldId="256"/>
            <ac:graphicFrameMk id="7" creationId="{2DB3318A-4FFC-4D1E-A01C-94EE5B1B1DD5}"/>
          </ac:graphicFrameMkLst>
        </pc:graphicFrameChg>
        <pc:graphicFrameChg chg="add del mod">
          <ac:chgData name="GONG Xueyuan" userId="2b0d7b0725236551" providerId="LiveId" clId="{1547FC76-F516-4170-A335-E3659915C33E}" dt="2021-11-27T15:10:58.463" v="43" actId="478"/>
          <ac:graphicFrameMkLst>
            <pc:docMk/>
            <pc:sldMk cId="2702768320" sldId="256"/>
            <ac:graphicFrameMk id="10" creationId="{A22F76E4-1C7E-41A1-AC8B-E8450A94BBD5}"/>
          </ac:graphicFrameMkLst>
        </pc:graphicFrameChg>
        <pc:picChg chg="add mod">
          <ac:chgData name="GONG Xueyuan" userId="2b0d7b0725236551" providerId="LiveId" clId="{1547FC76-F516-4170-A335-E3659915C33E}" dt="2021-11-27T15:29:51.979" v="60" actId="1076"/>
          <ac:picMkLst>
            <pc:docMk/>
            <pc:sldMk cId="2702768320" sldId="256"/>
            <ac:picMk id="12" creationId="{6A9945AA-48F6-45B9-8010-9A55EF354EAC}"/>
          </ac:picMkLst>
        </pc:picChg>
        <pc:picChg chg="add del mod">
          <ac:chgData name="GONG Xueyuan" userId="2b0d7b0725236551" providerId="LiveId" clId="{1547FC76-F516-4170-A335-E3659915C33E}" dt="2021-11-27T15:50:18.464" v="107" actId="478"/>
          <ac:picMkLst>
            <pc:docMk/>
            <pc:sldMk cId="2702768320" sldId="256"/>
            <ac:picMk id="14" creationId="{478909AE-4615-47CF-AAD9-549F685EB17B}"/>
          </ac:picMkLst>
        </pc:picChg>
        <pc:picChg chg="add del mod">
          <ac:chgData name="GONG Xueyuan" userId="2b0d7b0725236551" providerId="LiveId" clId="{1547FC76-F516-4170-A335-E3659915C33E}" dt="2021-11-27T15:50:47.377" v="116" actId="478"/>
          <ac:picMkLst>
            <pc:docMk/>
            <pc:sldMk cId="2702768320" sldId="256"/>
            <ac:picMk id="15" creationId="{E83EF9D4-AA8B-4562-9D33-714E300609F7}"/>
          </ac:picMkLst>
        </pc:picChg>
        <pc:picChg chg="add mod">
          <ac:chgData name="GONG Xueyuan" userId="2b0d7b0725236551" providerId="LiveId" clId="{1547FC76-F516-4170-A335-E3659915C33E}" dt="2021-11-27T16:01:37.647" v="154" actId="1076"/>
          <ac:picMkLst>
            <pc:docMk/>
            <pc:sldMk cId="2702768320" sldId="256"/>
            <ac:picMk id="39" creationId="{3807C997-1D17-4380-B7EB-6A662B56BA8E}"/>
          </ac:picMkLst>
        </pc:picChg>
        <pc:picChg chg="add del mod">
          <ac:chgData name="GONG Xueyuan" userId="2b0d7b0725236551" providerId="LiveId" clId="{1547FC76-F516-4170-A335-E3659915C33E}" dt="2021-11-27T15:59:06.745" v="126" actId="478"/>
          <ac:picMkLst>
            <pc:docMk/>
            <pc:sldMk cId="2702768320" sldId="256"/>
            <ac:picMk id="41" creationId="{3E9C7AF1-CA6D-41B0-95EA-7B4A93CD74DC}"/>
          </ac:picMkLst>
        </pc:picChg>
        <pc:picChg chg="add del mod">
          <ac:chgData name="GONG Xueyuan" userId="2b0d7b0725236551" providerId="LiveId" clId="{1547FC76-F516-4170-A335-E3659915C33E}" dt="2021-11-27T15:59:55.247" v="135" actId="478"/>
          <ac:picMkLst>
            <pc:docMk/>
            <pc:sldMk cId="2702768320" sldId="256"/>
            <ac:picMk id="44" creationId="{C7A607F0-98BD-4829-967F-129A6A91A44F}"/>
          </ac:picMkLst>
        </pc:picChg>
        <pc:picChg chg="add mod">
          <ac:chgData name="GONG Xueyuan" userId="2b0d7b0725236551" providerId="LiveId" clId="{1547FC76-F516-4170-A335-E3659915C33E}" dt="2021-11-27T15:59:36.495" v="130" actId="14100"/>
          <ac:picMkLst>
            <pc:docMk/>
            <pc:sldMk cId="2702768320" sldId="256"/>
            <ac:picMk id="47" creationId="{F4BDC158-B368-4F2D-8B15-8CAA2D0184A7}"/>
          </ac:picMkLst>
        </pc:picChg>
        <pc:picChg chg="add mod">
          <ac:chgData name="GONG Xueyuan" userId="2b0d7b0725236551" providerId="LiveId" clId="{1547FC76-F516-4170-A335-E3659915C33E}" dt="2021-11-27T16:00:08.455" v="138" actId="1076"/>
          <ac:picMkLst>
            <pc:docMk/>
            <pc:sldMk cId="2702768320" sldId="256"/>
            <ac:picMk id="51" creationId="{94438442-7C0D-4465-954A-75A1762AC3D7}"/>
          </ac:picMkLst>
        </pc:picChg>
        <pc:picChg chg="add mod">
          <ac:chgData name="GONG Xueyuan" userId="2b0d7b0725236551" providerId="LiveId" clId="{1547FC76-F516-4170-A335-E3659915C33E}" dt="2021-11-27T16:01:34.039" v="153" actId="1076"/>
          <ac:picMkLst>
            <pc:docMk/>
            <pc:sldMk cId="2702768320" sldId="256"/>
            <ac:picMk id="54" creationId="{DA4B417C-4E23-4B10-AD6F-A4C6251DCCC0}"/>
          </ac:picMkLst>
        </pc:picChg>
        <pc:picChg chg="add mod">
          <ac:chgData name="GONG Xueyuan" userId="2b0d7b0725236551" providerId="LiveId" clId="{1547FC76-F516-4170-A335-E3659915C33E}" dt="2021-11-27T16:02:06.191" v="162" actId="1076"/>
          <ac:picMkLst>
            <pc:docMk/>
            <pc:sldMk cId="2702768320" sldId="256"/>
            <ac:picMk id="59" creationId="{A493739B-FE0D-4823-A2C0-9BCA0372AE50}"/>
          </ac:picMkLst>
        </pc:picChg>
        <pc:cxnChg chg="add mod">
          <ac:chgData name="GONG Xueyuan" userId="2b0d7b0725236551" providerId="LiveId" clId="{1547FC76-F516-4170-A335-E3659915C33E}" dt="2021-11-27T16:00:22.644" v="143" actId="1076"/>
          <ac:cxnSpMkLst>
            <pc:docMk/>
            <pc:sldMk cId="2702768320" sldId="256"/>
            <ac:cxnSpMk id="17" creationId="{2B0B5E49-DDAC-4771-852C-5FD5329D5646}"/>
          </ac:cxnSpMkLst>
        </pc:cxnChg>
        <pc:cxnChg chg="add mod">
          <ac:chgData name="GONG Xueyuan" userId="2b0d7b0725236551" providerId="LiveId" clId="{1547FC76-F516-4170-A335-E3659915C33E}" dt="2021-11-27T16:00:34.244" v="149" actId="14100"/>
          <ac:cxnSpMkLst>
            <pc:docMk/>
            <pc:sldMk cId="2702768320" sldId="256"/>
            <ac:cxnSpMk id="18" creationId="{0BB267FA-32D6-4C2D-BB05-B2D14723AED8}"/>
          </ac:cxnSpMkLst>
        </pc:cxnChg>
        <pc:cxnChg chg="add del mod">
          <ac:chgData name="GONG Xueyuan" userId="2b0d7b0725236551" providerId="LiveId" clId="{1547FC76-F516-4170-A335-E3659915C33E}" dt="2021-11-27T15:37:27.444" v="99" actId="478"/>
          <ac:cxnSpMkLst>
            <pc:docMk/>
            <pc:sldMk cId="2702768320" sldId="256"/>
            <ac:cxnSpMk id="22" creationId="{FA03EBBE-5385-4CF3-AE4D-16FD14BF3653}"/>
          </ac:cxnSpMkLst>
        </pc:cxnChg>
        <pc:cxnChg chg="add del mod">
          <ac:chgData name="GONG Xueyuan" userId="2b0d7b0725236551" providerId="LiveId" clId="{1547FC76-F516-4170-A335-E3659915C33E}" dt="2021-11-27T15:37:25.740" v="98" actId="478"/>
          <ac:cxnSpMkLst>
            <pc:docMk/>
            <pc:sldMk cId="2702768320" sldId="256"/>
            <ac:cxnSpMk id="25" creationId="{B4FBBB06-D41C-4867-A9C8-76A27C4F1CCF}"/>
          </ac:cxnSpMkLst>
        </pc:cxnChg>
        <pc:cxnChg chg="add mod">
          <ac:chgData name="GONG Xueyuan" userId="2b0d7b0725236551" providerId="LiveId" clId="{1547FC76-F516-4170-A335-E3659915C33E}" dt="2021-11-27T16:01:46.535" v="158" actId="14100"/>
          <ac:cxnSpMkLst>
            <pc:docMk/>
            <pc:sldMk cId="2702768320" sldId="256"/>
            <ac:cxnSpMk id="55" creationId="{7ADBA005-FF17-4290-B100-700DE766F0D5}"/>
          </ac:cxnSpMkLst>
        </pc:cxnChg>
        <pc:cxnChg chg="add mod">
          <ac:chgData name="GONG Xueyuan" userId="2b0d7b0725236551" providerId="LiveId" clId="{1547FC76-F516-4170-A335-E3659915C33E}" dt="2021-11-27T16:02:14.735" v="166" actId="14100"/>
          <ac:cxnSpMkLst>
            <pc:docMk/>
            <pc:sldMk cId="2702768320" sldId="256"/>
            <ac:cxnSpMk id="60" creationId="{10F9EA9C-F492-459F-86CD-0A5C16456BDE}"/>
          </ac:cxnSpMkLst>
        </pc:cxnChg>
        <pc:cxnChg chg="add del">
          <ac:chgData name="GONG Xueyuan" userId="2b0d7b0725236551" providerId="LiveId" clId="{1547FC76-F516-4170-A335-E3659915C33E}" dt="2021-11-27T16:36:38.807" v="170" actId="478"/>
          <ac:cxnSpMkLst>
            <pc:docMk/>
            <pc:sldMk cId="2702768320" sldId="256"/>
            <ac:cxnSpMk id="65" creationId="{82A06A09-43E0-48FF-93FE-F855F9085700}"/>
          </ac:cxnSpMkLst>
        </pc:cxnChg>
      </pc:sldChg>
      <pc:sldMasterChg chg="addSldLayout">
        <pc:chgData name="GONG Xueyuan" userId="2b0d7b0725236551" providerId="LiveId" clId="{1547FC76-F516-4170-A335-E3659915C33E}" dt="2021-11-27T15:04:28.483" v="0" actId="680"/>
        <pc:sldMasterMkLst>
          <pc:docMk/>
          <pc:sldMasterMk cId="4018223310" sldId="2147483648"/>
        </pc:sldMasterMkLst>
        <pc:sldLayoutChg chg="add">
          <pc:chgData name="GONG Xueyuan" userId="2b0d7b0725236551" providerId="LiveId" clId="{1547FC76-F516-4170-A335-E3659915C33E}" dt="2021-11-27T15:04:28.483" v="0" actId="680"/>
          <pc:sldLayoutMkLst>
            <pc:docMk/>
            <pc:sldMasterMk cId="4018223310" sldId="2147483648"/>
            <pc:sldLayoutMk cId="4104198792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F57D-4402-4CE6-A5AB-D6B0ED203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6B1E9-354F-4CCC-828F-E8FD82FB9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198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223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A9945AA-48F6-45B9-8010-9A55EF354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023" y="1581727"/>
            <a:ext cx="883047" cy="1038879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0B5E49-DDAC-4771-852C-5FD5329D5646}"/>
              </a:ext>
            </a:extLst>
          </p:cNvPr>
          <p:cNvCxnSpPr>
            <a:cxnSpLocks/>
            <a:stCxn id="12" idx="3"/>
            <a:endCxn id="47" idx="1"/>
          </p:cNvCxnSpPr>
          <p:nvPr/>
        </p:nvCxnSpPr>
        <p:spPr>
          <a:xfrm flipV="1">
            <a:off x="2846070" y="1448665"/>
            <a:ext cx="539760" cy="6525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B267FA-32D6-4C2D-BB05-B2D14723AED8}"/>
              </a:ext>
            </a:extLst>
          </p:cNvPr>
          <p:cNvCxnSpPr>
            <a:cxnSpLocks/>
            <a:stCxn id="12" idx="3"/>
            <a:endCxn id="51" idx="1"/>
          </p:cNvCxnSpPr>
          <p:nvPr/>
        </p:nvCxnSpPr>
        <p:spPr>
          <a:xfrm>
            <a:off x="2846070" y="2101167"/>
            <a:ext cx="539761" cy="5756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B36CEB67-6905-4241-AC96-31352FA9001F}"/>
              </a:ext>
            </a:extLst>
          </p:cNvPr>
          <p:cNvSpPr/>
          <p:nvPr/>
        </p:nvSpPr>
        <p:spPr>
          <a:xfrm>
            <a:off x="2801846" y="1466422"/>
            <a:ext cx="539760" cy="596310"/>
          </a:xfrm>
          <a:prstGeom prst="mathMultiply">
            <a:avLst>
              <a:gd name="adj1" fmla="val 685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807C997-1D17-4380-B7EB-6A662B56BA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023" y="4447326"/>
            <a:ext cx="883047" cy="103887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4BDC158-B368-4F2D-8B15-8CAA2D018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830" y="834598"/>
            <a:ext cx="2136954" cy="122813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4438442-7C0D-4465-954A-75A1762AC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831" y="2062732"/>
            <a:ext cx="2136953" cy="122813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A4B417C-4E23-4B10-AD6F-A4C6251DCC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5830" y="3738632"/>
            <a:ext cx="2136953" cy="1228134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ADBA005-FF17-4290-B100-700DE766F0D5}"/>
              </a:ext>
            </a:extLst>
          </p:cNvPr>
          <p:cNvCxnSpPr>
            <a:cxnSpLocks/>
            <a:stCxn id="39" idx="3"/>
            <a:endCxn id="54" idx="1"/>
          </p:cNvCxnSpPr>
          <p:nvPr/>
        </p:nvCxnSpPr>
        <p:spPr>
          <a:xfrm flipV="1">
            <a:off x="2846070" y="4352699"/>
            <a:ext cx="539760" cy="6140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A493739B-FE0D-4823-A2C0-9BCA0372A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5829" y="4966766"/>
            <a:ext cx="2136953" cy="1228134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F9EA9C-F492-459F-86CD-0A5C16456BDE}"/>
              </a:ext>
            </a:extLst>
          </p:cNvPr>
          <p:cNvCxnSpPr>
            <a:cxnSpLocks/>
            <a:stCxn id="39" idx="3"/>
            <a:endCxn id="59" idx="1"/>
          </p:cNvCxnSpPr>
          <p:nvPr/>
        </p:nvCxnSpPr>
        <p:spPr>
          <a:xfrm>
            <a:off x="2846070" y="4966766"/>
            <a:ext cx="539759" cy="6140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Multiplication Sign 62">
            <a:extLst>
              <a:ext uri="{FF2B5EF4-FFF2-40B4-BE49-F238E27FC236}">
                <a16:creationId xmlns:a16="http://schemas.microsoft.com/office/drawing/2014/main" id="{994BBEE1-81DC-4DAA-B431-60AD911DB77F}"/>
              </a:ext>
            </a:extLst>
          </p:cNvPr>
          <p:cNvSpPr/>
          <p:nvPr/>
        </p:nvSpPr>
        <p:spPr>
          <a:xfrm>
            <a:off x="2801846" y="4309123"/>
            <a:ext cx="539760" cy="596310"/>
          </a:xfrm>
          <a:prstGeom prst="mathMultiply">
            <a:avLst>
              <a:gd name="adj1" fmla="val 685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L-Shape 65">
            <a:extLst>
              <a:ext uri="{FF2B5EF4-FFF2-40B4-BE49-F238E27FC236}">
                <a16:creationId xmlns:a16="http://schemas.microsoft.com/office/drawing/2014/main" id="{7BA439CA-5255-4340-8216-9836CA1E0F81}"/>
              </a:ext>
            </a:extLst>
          </p:cNvPr>
          <p:cNvSpPr/>
          <p:nvPr/>
        </p:nvSpPr>
        <p:spPr>
          <a:xfrm rot="18868494">
            <a:off x="2927999" y="2306886"/>
            <a:ext cx="395602" cy="216458"/>
          </a:xfrm>
          <a:prstGeom prst="corner">
            <a:avLst>
              <a:gd name="adj1" fmla="val 16138"/>
              <a:gd name="adj2" fmla="val 14271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L-Shape 67">
            <a:extLst>
              <a:ext uri="{FF2B5EF4-FFF2-40B4-BE49-F238E27FC236}">
                <a16:creationId xmlns:a16="http://schemas.microsoft.com/office/drawing/2014/main" id="{AC582AD9-DE6B-4607-97C1-73C4CE8FD726}"/>
              </a:ext>
            </a:extLst>
          </p:cNvPr>
          <p:cNvSpPr/>
          <p:nvPr/>
        </p:nvSpPr>
        <p:spPr>
          <a:xfrm rot="18868494">
            <a:off x="2941097" y="5193041"/>
            <a:ext cx="395602" cy="216458"/>
          </a:xfrm>
          <a:prstGeom prst="corner">
            <a:avLst>
              <a:gd name="adj1" fmla="val 16138"/>
              <a:gd name="adj2" fmla="val 14271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68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GONG Xueyuan</dc:creator>
  <cp:lastModifiedBy>GONG Xueyuan</cp:lastModifiedBy>
  <cp:revision>5</cp:revision>
  <dcterms:created xsi:type="dcterms:W3CDTF">2021-11-27T15:04:27Z</dcterms:created>
  <dcterms:modified xsi:type="dcterms:W3CDTF">2021-11-27T16:44:37Z</dcterms:modified>
</cp:coreProperties>
</file>